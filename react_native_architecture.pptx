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React Native Architecture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C39A"/>
                </a:solidFill>
              </a:rPr>
              <a:t>Best Practices &amp; Design Principles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F5F5"/>
                </a:solidFill>
              </a:rPr>
              <a:t>Golf Course Digital Experience Platform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What We'll Cover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</a:rPr>
              <a:t>Architectural best practices for React Native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</a:rPr>
              <a:t>Common pitfalls and how to avoid them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</a:rPr>
              <a:t>Animation optimization strategies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</a:rPr>
              <a:t>Video streaming performance techniques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</a:rPr>
              <a:t>Migration path: Web → PWA → React Native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Architectural Foundation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Core Principles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Feature-based modular structure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Composition over inheritance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Single Responsibility principle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Clear separation of concerns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097280"/>
            <a:ext cx="73152" cy="3474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Layer Structure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Presentation Layer (UI Components)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Application Layer (Business Logic)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Domain Layer (Core Models)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Infrastructure Layer (Data Access)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State Management Strategy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73152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Server State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0" y="1280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</a:rPr>
              <a:t>React Query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6002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</a:rPr>
              <a:t>API data, bookings, courses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768096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103120"/>
            <a:ext cx="73152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Global UI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</a:rPr>
              <a:t>Zustand/Context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514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</a:rPr>
              <a:t>Theme, user preferences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768096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017520"/>
            <a:ext cx="73152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Local State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0040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</a:rPr>
              <a:t>useState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4290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</a:rPr>
              <a:t>Forms, toggles, UI state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931920"/>
            <a:ext cx="768096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931920"/>
            <a:ext cx="73152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Persistent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0040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</a:rPr>
              <a:t>MMKV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43434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</a:rPr>
              <a:t>Auth tokens, offline data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Common Pitfalls to Avoid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3258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Unnecessary Re-renders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Use useMemo, useCallback, React.memo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411480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983480" y="13258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577840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Missing Effect Cleanup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7784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Always return cleanup in useEffect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411480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25146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2560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Inline Functions in Lists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880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Extract to components, use useCallback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2377440"/>
            <a:ext cx="411480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983480" y="25146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577840" y="2560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Prop Drilling Hell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77840" y="2880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Use Context or state management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566160"/>
            <a:ext cx="411480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37033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88720" y="3749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Ignoring Platform Differences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4069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Test both iOS &amp; Android continuously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3566160"/>
            <a:ext cx="411480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983480" y="37033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577840" y="3749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Bridge Serialization Bottlenecks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77840" y="4069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Minimize bridge crossings, use JSI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Animation Optimization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Choose the Right Library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Reanimated 2/3: High-performance, UI thread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Animated API: Simpler, basic animations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Lottie: Designer-friendly, decorative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Performance Best Practices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Use transform &amp; opacity (GPU-accelerated)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Avoid animating layout properties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Run animations on UI thread (worklets)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8229600" cy="1463040"/>
          </a:xfrm>
          <a:prstGeom prst="rect">
            <a:avLst/>
          </a:prstGeom>
          <a:solidFill>
            <a:srgbClr val="028090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63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Essential Techniques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Shared Values for UI ↔ JS thread communication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Spring animations for natural feel, Timing for precise control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Scroll-based animations with useAnimatedScrollHandler for parallax effects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Video Streaming Optimization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Video Architecture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Use react-native-video for production apps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Implement HLS (HTTP Live Streaming) for Adaptive Bitrate (ABR)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Support offline downloads with react-native-fs for lesson videos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393192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Performance Tips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Preload next lesson during playback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CDN with edge caching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Configure buffer size (5-10s ahead)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H.264 codec, 1-3 Mbps for 720p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2468880"/>
            <a:ext cx="393192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UX Features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29718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Custom controls with speed adjustment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Picture-in-Picture (PiP) mode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Chapter markers for long videos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Subtitles/closed captions support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solidFill>
            <a:srgbClr val="00A896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160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Memory Management: Pause on unmount, handle background transitions, limit simultaneous players to 1-2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Migration Path: Web → PWA → React Native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3017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74320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React Web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8D"/>
                </a:solidFill>
              </a:rPr>
              <a:t>Weeks 1-8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Build responsive web app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Abstract platform-specific code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Use components with RN equivalents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Implement service workers foundation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188720"/>
            <a:ext cx="2743200" cy="3017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383280" y="1188720"/>
            <a:ext cx="274320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234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1463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PWA Enhancement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187452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8D"/>
                </a:solidFill>
              </a:rPr>
              <a:t>Weeks 9-12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214884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Add web app manifest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Offline booking browsing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Push notifications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Extract shared business logic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1188720"/>
            <a:ext cx="2743200" cy="3017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9360" y="1188720"/>
            <a:ext cx="2743200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234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1463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React Native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187452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8D"/>
                </a:solidFill>
              </a:rPr>
              <a:t>Weeks 13-20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214884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Initialize RN project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Migrate features incrementally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Add native capabilities (camera, GPS)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Share 70%+ codebase with web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Recommended Technology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618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Core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468880" y="126187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React Native 0.73+, TypeScript, New Architecture (Fabric + TurboModules)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7680960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733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State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68880" y="167335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TanStack Query (server state), Zustand (local state), MMKV (persistence)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011680"/>
            <a:ext cx="768096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0848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Navigation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68880" y="208483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React Navigation 6+, Deep linking, Type-safe params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423160"/>
            <a:ext cx="7680960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4963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UI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249631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React Native Paper/NativeBase, Custom components, Tailwind (react-native-tailwindcss)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2834640"/>
            <a:ext cx="768096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9077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Video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68880" y="290779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react-native-video, react-native-video-cache, HLS streaming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246120"/>
            <a:ext cx="7680960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3192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Animation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68880" y="331927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Reanimated 3, react-native-gesture-handler, Lottie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3657600"/>
            <a:ext cx="768096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7307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Testing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468880" y="373075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Jest, React Native Testing Library, Detox (E2E)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4069080"/>
            <a:ext cx="7680960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1422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CI/CD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468880" y="414223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Fastlane, CodePush (OTA updates), GitHub Actions/Bitrise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Performance Metrics &amp; Goals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App Launch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0" y="1325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&lt; 2 seconds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89120" y="1325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8C8D"/>
                </a:solidFill>
              </a:rPr>
              <a:t>Critical for first impression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83080"/>
            <a:ext cx="73152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Frame Rate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1920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60 FPS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89120" y="1920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8C8D"/>
                </a:solidFill>
              </a:rPr>
              <a:t>Smooth animations &amp; scrolling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377440"/>
            <a:ext cx="73152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514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Code Sharing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0" y="2514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70%+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89120" y="2514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8C8D"/>
                </a:solidFill>
              </a:rPr>
              <a:t>Web + Mobile efficiency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971800"/>
            <a:ext cx="73152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Crash Rate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743200" y="3108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&lt; 0.5%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89120" y="3108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8C8D"/>
                </a:solidFill>
              </a:rPr>
              <a:t>Crash-free sessions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566160"/>
            <a:ext cx="73152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Video Start Time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743200" y="3703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&lt; 1.2 seconds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389120" y="3703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8C8D"/>
                </a:solidFill>
              </a:rPr>
              <a:t>First frame display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4160520"/>
            <a:ext cx="73152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297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Bundle Size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743200" y="4297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&lt; 15 MB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389120" y="4297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8C8D"/>
                </a:solidFill>
              </a:rPr>
              <a:t>Initial download size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3441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44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325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Architecture Matters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6276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</a:rPr>
              <a:t>Feature-based organization, clear separation of concerns, and SOLID principles create maintainable code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768096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2585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258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2402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Avoid Common Pitfalls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2542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</a:rPr>
              <a:t>Memoization, proper cleanup, platform awareness, and comprehensive testing prevent production issues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768096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31729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172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3154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Optimize Performance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34564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</a:rPr>
              <a:t>Use Reanimated for animations, optimize video streaming with ABR, and minimize bridge crossings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931920"/>
            <a:ext cx="768096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40873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087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54480" y="4069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Progressive Migration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54480" y="43708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</a:rPr>
              <a:t>Start with web, enhance to PWA, migrate to React Native incrementally—share 70%+ codebase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Building Excellence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</a:rPr>
              <a:t>React Native architecture for scalable, performant golf course platforms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5F5F5"/>
                </a:solidFill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Native Architecture &amp; Best Practices</dc:title>
  <dc:subject>PptxGenJS Presentation</dc:subject>
  <dc:creator>Lead Architect</dc:creator>
  <cp:lastModifiedBy>Lead Architect</cp:lastModifiedBy>
  <cp:revision>1</cp:revision>
  <dcterms:created xsi:type="dcterms:W3CDTF">2026-02-05T14:19:08Z</dcterms:created>
  <dcterms:modified xsi:type="dcterms:W3CDTF">2026-02-05T14:19:08Z</dcterms:modified>
</cp:coreProperties>
</file>